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微软雅黑"/>
              </a:rPr>
              <a:t>智启未来，码动新春</a:t>
            </a:r>
            <a:endParaRPr sz="42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  <a:latin typeface="微软雅黑"/>
              </a:rPr>
              <a:t>ConfigWatcher · AI 驱动的配置搜索工具</a:t>
            </a:r>
            <a:endParaRPr sz="2800" b="1">
              <a:solidFill>
                <a:srgbClr val="2563EB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46464"/>
                </a:solidFill>
                <a:latin typeface="微软雅黑"/>
              </a:rPr>
              <a:t>展示人：张宇鹏</a:t>
            </a:r>
            <a:endParaRPr sz="2200" b="0">
              <a:solidFill>
                <a:srgbClr val="646464"/>
              </a:solidFill>
              <a:latin typeface="微软雅黑"/>
            </a:endParaRPr>
          </a:p>
          <a:p>
            <a:pPr algn="ctr"/>
            <a:r>
              <a:rPr sz="2200" b="0">
                <a:solidFill>
                  <a:srgbClr val="646464"/>
                </a:solidFill>
                <a:latin typeface="微软雅黑"/>
              </a:rPr>
              <a:t>日期：2026 年 3 月</a:t>
            </a:r>
            <a:endParaRPr sz="2200" b="0">
              <a:solidFill>
                <a:srgbClr val="646464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微软雅黑"/>
              </a:rPr>
              <a:t>1. 项目速览（30 秒电梯演讲）</a:t>
            </a:r>
            <a:endParaRPr sz="3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40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微软雅黑"/>
              </a:rPr>
              <a:t>【核心问题】</a:t>
            </a:r>
            <a:endParaRPr sz="2200" b="1">
              <a:solidFill>
                <a:srgbClr val="2563EB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23232"/>
                </a:solidFill>
                <a:latin typeface="微软雅黑"/>
              </a:rPr>
              <a:t>• AOI 设备配置文件繁杂（INI/JSON/XML），工程师查找配置项耗时费力</a:t>
            </a:r>
            <a:endParaRPr sz="20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23232"/>
                </a:solidFill>
                <a:latin typeface="微软雅黑"/>
                <a:sym typeface="+mn-ea"/>
              </a:rPr>
              <a:t>•</a:t>
            </a:r>
            <a:r>
              <a:rPr lang="en-US" sz="2000">
                <a:solidFill>
                  <a:srgbClr val="323232"/>
                </a:solidFill>
                <a:latin typeface="微软雅黑"/>
                <a:sym typeface="+mn-ea"/>
              </a:rPr>
              <a:t> </a:t>
            </a:r>
            <a:r>
              <a:rPr lang="zh-CN" sz="2000" b="0">
                <a:solidFill>
                  <a:srgbClr val="323232"/>
                </a:solidFill>
                <a:latin typeface="微软雅黑"/>
              </a:rPr>
              <a:t>对配置不熟悉，或者长时间未接触配置文件，可能造成遗忘，导致查找具体字段困难。</a:t>
            </a:r>
            <a:endParaRPr lang="zh-CN" sz="20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23232"/>
                </a:solidFill>
                <a:latin typeface="微软雅黑"/>
                <a:sym typeface="+mn-ea"/>
              </a:rPr>
              <a:t>•</a:t>
            </a:r>
            <a:r>
              <a:rPr lang="zh-CN" sz="2000" b="1">
                <a:solidFill>
                  <a:srgbClr val="323232"/>
                </a:solidFill>
                <a:latin typeface="微软雅黑"/>
              </a:rPr>
              <a:t> 非开发人员在调试问题时，对配置文件不熟悉，花费大量时间排查后，找到专业人员才定位到配置文件问题，做了无用功</a:t>
            </a:r>
            <a:endParaRPr lang="zh-CN" sz="2000" b="1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23232"/>
                </a:solidFill>
                <a:latin typeface="微软雅黑"/>
                <a:sym typeface="+mn-ea"/>
              </a:rPr>
              <a:t>•</a:t>
            </a:r>
            <a:r>
              <a:rPr lang="zh-CN" sz="2000" b="1">
                <a:solidFill>
                  <a:srgbClr val="323232"/>
                </a:solidFill>
                <a:latin typeface="微软雅黑"/>
              </a:rPr>
              <a:t> 配置文件应该受到管控，对于配置文件的修改应当有记录可查，不然可能在某个无人在意的角落有时会偷偷修改配置，导致出现问题后，其他不知情人员排查困难</a:t>
            </a:r>
            <a:endParaRPr sz="20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1200"/>
              </a:spcAft>
            </a:pP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微软雅黑"/>
              </a:rPr>
              <a:t>【AI 解决方案】</a:t>
            </a:r>
            <a:endParaRPr sz="2200" b="1">
              <a:solidFill>
                <a:srgbClr val="2563EB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23232"/>
                </a:solidFill>
                <a:latin typeface="微软雅黑"/>
              </a:rPr>
              <a:t>• 基于意图识别和同义词扩展的智能配置搜索工具，让</a:t>
            </a:r>
            <a:r>
              <a:rPr lang="zh-CN" sz="2000" b="0">
                <a:solidFill>
                  <a:srgbClr val="323232"/>
                </a:solidFill>
                <a:latin typeface="微软雅黑"/>
              </a:rPr>
              <a:t>使用者</a:t>
            </a:r>
            <a:r>
              <a:rPr sz="2000" b="0">
                <a:solidFill>
                  <a:srgbClr val="323232"/>
                </a:solidFill>
                <a:latin typeface="微软雅黑"/>
              </a:rPr>
              <a:t>用自然语言快速定位配置</a:t>
            </a:r>
            <a:endParaRPr sz="20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1200"/>
              </a:spcAft>
            </a:pP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微软雅黑"/>
              </a:rPr>
              <a:t>【目标用户/场景】</a:t>
            </a:r>
            <a:endParaRPr sz="2200" b="1">
              <a:solidFill>
                <a:srgbClr val="2563EB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23232"/>
                </a:solidFill>
                <a:latin typeface="微软雅黑"/>
              </a:rPr>
              <a:t>• AOI 设备调试工程师、维护人员，需要在数百个配置项中快速定位参数</a:t>
            </a:r>
            <a:endParaRPr sz="2000" b="0">
              <a:solidFill>
                <a:srgbClr val="323232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微软雅黑"/>
              </a:rPr>
              <a:t>2. AI 如何解决 - 方法与创新</a:t>
            </a:r>
            <a:endParaRPr sz="3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微软雅黑"/>
              </a:rPr>
              <a:t>【AI 的角色与能力】</a:t>
            </a:r>
            <a:endParaRPr sz="2200" b="1">
              <a:solidFill>
                <a:srgbClr val="2563EB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23232"/>
                </a:solidFill>
                <a:latin typeface="微软雅黑"/>
              </a:rPr>
              <a:t>• 🧠 意图识别：分析用户搜索词的真实意图（搜配置项/搜参数值/中文别名）</a:t>
            </a:r>
            <a:endParaRPr sz="20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23232"/>
                </a:solidFill>
                <a:latin typeface="微软雅黑"/>
              </a:rPr>
              <a:t>• 🔤 同义词扩展：内置 100+ 光学/相机/标定领域同义词映射</a:t>
            </a:r>
            <a:endParaRPr sz="20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23232"/>
                </a:solidFill>
                <a:latin typeface="微软雅黑"/>
              </a:rPr>
              <a:t>• 💡 智能建议：实时生成搜索建议，支持用户自定义词典</a:t>
            </a:r>
            <a:endParaRPr sz="20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23232"/>
                </a:solidFill>
                <a:latin typeface="微软雅黑"/>
              </a:rPr>
              <a:t>• 📚 技术栈：Qt/QML + SQLite FTS5 + 规则引擎</a:t>
            </a:r>
            <a:endParaRPr sz="20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1200"/>
              </a:spcAft>
            </a:pP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微软雅黑"/>
              </a:rPr>
              <a:t>【AI 解题流程】</a:t>
            </a:r>
            <a:endParaRPr sz="2200" b="1">
              <a:solidFill>
                <a:srgbClr val="2563EB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23232"/>
                </a:solidFill>
                <a:latin typeface="微软雅黑"/>
              </a:rPr>
              <a:t>• 用户输入 → 意图分析 → 同义词扩展 → 数据库检索 → 排序展示</a:t>
            </a:r>
            <a:endParaRPr sz="20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23232"/>
                </a:solidFill>
                <a:latin typeface="微软雅黑"/>
              </a:rPr>
              <a:t>• 示例：输入"曝光"→ 识别为搜配置项 → 扩展 [exposure, 曝光时间，积分时间] → 检索</a:t>
            </a:r>
            <a:endParaRPr sz="2000" b="0">
              <a:solidFill>
                <a:srgbClr val="323232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</a:rPr>
              <a:t>3. AI 带来的优势（对比与突破）</a:t>
            </a:r>
            <a:endParaRPr sz="2800" b="1">
              <a:solidFill>
                <a:srgbClr val="FFFFFF"/>
              </a:solidFill>
              <a:latin typeface="微软雅黑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1148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对比维度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传统方法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AI 增强方案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23232"/>
                          </a:solidFill>
                          <a:latin typeface="微软雅黑"/>
                        </a:rPr>
                        <a:t>搜索效率</a:t>
                      </a:r>
                      <a:endParaRPr sz="1600" b="0">
                        <a:solidFill>
                          <a:srgbClr val="323232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23232"/>
                          </a:solidFill>
                          <a:latin typeface="微软雅黑"/>
                        </a:rPr>
                        <a:t>手动翻阅配置文件，平均 2-5 分钟/项</a:t>
                      </a:r>
                      <a:endParaRPr sz="1600" b="0">
                        <a:solidFill>
                          <a:srgbClr val="323232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23232"/>
                          </a:solidFill>
                          <a:latin typeface="微软雅黑"/>
                        </a:rPr>
                        <a:t>AI 搜索 &lt;3 秒返回结果</a:t>
                      </a:r>
                      <a:endParaRPr sz="1600" b="0">
                        <a:solidFill>
                          <a:srgbClr val="323232"/>
                        </a:solidFill>
                        <a:latin typeface="微软雅黑"/>
                      </a:endParaR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23232"/>
                          </a:solidFill>
                          <a:latin typeface="微软雅黑"/>
                        </a:rPr>
                        <a:t>准确率</a:t>
                      </a:r>
                      <a:endParaRPr sz="1600" b="0">
                        <a:solidFill>
                          <a:srgbClr val="323232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23232"/>
                          </a:solidFill>
                          <a:latin typeface="微软雅黑"/>
                        </a:rPr>
                        <a:t>关键词匹配，易漏检</a:t>
                      </a:r>
                      <a:endParaRPr sz="1600" b="0">
                        <a:solidFill>
                          <a:srgbClr val="323232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23232"/>
                          </a:solidFill>
                          <a:latin typeface="微软雅黑"/>
                        </a:rPr>
                        <a:t>意图识别 + 同义词扩展，召回率提升 60%+</a:t>
                      </a:r>
                      <a:endParaRPr sz="1600" b="0">
                        <a:solidFill>
                          <a:srgbClr val="323232"/>
                        </a:solidFill>
                        <a:latin typeface="微软雅黑"/>
                      </a:endParaR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23232"/>
                          </a:solidFill>
                          <a:latin typeface="微软雅黑"/>
                        </a:rPr>
                        <a:t>用户体验</a:t>
                      </a:r>
                      <a:endParaRPr sz="1600" b="0">
                        <a:solidFill>
                          <a:srgbClr val="323232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23232"/>
                          </a:solidFill>
                          <a:latin typeface="微软雅黑"/>
                        </a:rPr>
                        <a:t>需要知道确切配置名</a:t>
                      </a:r>
                      <a:endParaRPr sz="1600" b="0">
                        <a:solidFill>
                          <a:srgbClr val="323232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23232"/>
                          </a:solidFill>
                          <a:latin typeface="微软雅黑"/>
                        </a:rPr>
                        <a:t>支持中文/英文/别名，自然语言搜索</a:t>
                      </a:r>
                      <a:endParaRPr sz="1600" b="0">
                        <a:solidFill>
                          <a:srgbClr val="323232"/>
                        </a:solidFill>
                        <a:latin typeface="微软雅黑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微软雅黑"/>
              </a:rPr>
              <a:t>【核心优势】</a:t>
            </a:r>
            <a:endParaRPr sz="2200" b="1">
              <a:solidFill>
                <a:srgbClr val="2563EB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323232"/>
                </a:solidFill>
                <a:latin typeface="微软雅黑"/>
              </a:rPr>
              <a:t>✓ 内置 100+ 领域同义词映射，覆盖相机/投影/标定/图像处理等核心参数</a:t>
            </a:r>
            <a:endParaRPr sz="19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323232"/>
                </a:solidFill>
                <a:latin typeface="微软雅黑"/>
              </a:rPr>
              <a:t>✓ 支持用户自定义词典，持续学习用户搜索习惯</a:t>
            </a:r>
            <a:endParaRPr sz="19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323232"/>
                </a:solidFill>
                <a:latin typeface="微软雅黑"/>
              </a:rPr>
              <a:t>✓ 精简模式（Spotlight 风格）+ 全局快捷键 Ctrl+Alt+M，随叫随到</a:t>
            </a:r>
            <a:endParaRPr sz="1900" b="0">
              <a:solidFill>
                <a:srgbClr val="323232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微软雅黑"/>
              </a:rPr>
              <a:t>4. 成果验证</a:t>
            </a:r>
            <a:endParaRPr sz="3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微软雅黑"/>
              </a:rPr>
              <a:t>【可体验成果】</a:t>
            </a:r>
            <a:endParaRPr sz="2200" b="1">
              <a:solidFill>
                <a:srgbClr val="2563EB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23232"/>
                </a:solidFill>
                <a:latin typeface="微软雅黑"/>
              </a:rPr>
              <a:t>• 🔗 演示：运行 bin/ConfigWatcher 即可体验</a:t>
            </a:r>
            <a:endParaRPr sz="20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23232"/>
                </a:solidFill>
                <a:latin typeface="微软雅黑"/>
              </a:rPr>
              <a:t>• 🛠 GitHub 仓库：[待补充]</a:t>
            </a:r>
            <a:endParaRPr sz="20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23232"/>
                </a:solidFill>
                <a:latin typeface="微软雅黑"/>
              </a:rPr>
              <a:t>• 📱 支持格式：INI / JSON / XML 配置文件</a:t>
            </a:r>
            <a:endParaRPr sz="20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1200"/>
              </a:spcAft>
            </a:pP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微软雅黑"/>
              </a:rPr>
              <a:t>【关键效果展示】</a:t>
            </a:r>
            <a:endParaRPr sz="2200" b="1">
              <a:solidFill>
                <a:srgbClr val="2563EB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23232"/>
                </a:solidFill>
                <a:latin typeface="微软雅黑"/>
              </a:rPr>
              <a:t>• • 意图识别 5 种类型：search_key / search_value / search_chinese / navigate / unknown</a:t>
            </a:r>
            <a:endParaRPr sz="20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23232"/>
                </a:solidFill>
                <a:latin typeface="微软雅黑"/>
              </a:rPr>
              <a:t>• • 置信度可视化：实时显示 AI 分析置信度（0-100%）</a:t>
            </a:r>
            <a:endParaRPr sz="20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23232"/>
                </a:solidFill>
                <a:latin typeface="微软雅黑"/>
              </a:rPr>
              <a:t>• • 搜索历史学习：记录高频搜索，智能调整建议权重</a:t>
            </a:r>
            <a:endParaRPr sz="2000" b="0">
              <a:solidFill>
                <a:srgbClr val="323232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微软雅黑"/>
              </a:rPr>
              <a:t>5. 总结与迭代</a:t>
            </a:r>
            <a:endParaRPr sz="3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63EB"/>
                </a:solidFill>
                <a:latin typeface="微软雅黑"/>
              </a:rPr>
              <a:t>【已实现功能】</a:t>
            </a:r>
            <a:endParaRPr sz="2400" b="1">
              <a:solidFill>
                <a:srgbClr val="2563EB"/>
              </a:solidFill>
              <a:latin typeface="微软雅黑"/>
            </a:endParaRP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323232"/>
                </a:solidFill>
                <a:latin typeface="微软雅黑"/>
              </a:rPr>
              <a:t>✓ 意图识别引擎：5 种意图类型 + 置信度评估</a:t>
            </a:r>
            <a:endParaRPr sz="19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323232"/>
                </a:solidFill>
                <a:latin typeface="微软雅黑"/>
              </a:rPr>
              <a:t>✓ 同义词词典：100+ 领域术语映射（相机/光学/标定/3D）</a:t>
            </a:r>
            <a:endParaRPr sz="19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323232"/>
                </a:solidFill>
                <a:latin typeface="微软雅黑"/>
              </a:rPr>
              <a:t>✓ 双模式 UI：完整模式 + 精简模式（全局快捷键切换）</a:t>
            </a:r>
            <a:endParaRPr sz="19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323232"/>
                </a:solidFill>
                <a:latin typeface="微软雅黑"/>
              </a:rPr>
              <a:t>✓ 多格式支持：INI / JSON / XML 配置文件解析</a:t>
            </a:r>
            <a:endParaRPr sz="19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323232"/>
                </a:solidFill>
                <a:latin typeface="微软雅黑"/>
              </a:rPr>
              <a:t>✓ 用户词典：支持自定义术语和搜索历史学习</a:t>
            </a:r>
            <a:endParaRPr sz="1900" b="0">
              <a:solidFill>
                <a:srgbClr val="323232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63EB"/>
                </a:solidFill>
                <a:latin typeface="微软雅黑"/>
              </a:rPr>
              <a:t>【迭代计划 🚀】</a:t>
            </a:r>
            <a:endParaRPr sz="2400" b="1">
              <a:solidFill>
                <a:srgbClr val="2563EB"/>
              </a:solidFill>
              <a:latin typeface="微软雅黑"/>
            </a:endParaRP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323232"/>
                </a:solidFill>
                <a:latin typeface="微软雅黑"/>
              </a:rPr>
              <a:t>► 接入 LLM 大模型，实现更强大的自然语言理解</a:t>
            </a:r>
            <a:endParaRPr sz="19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323232"/>
                </a:solidFill>
                <a:latin typeface="微软雅黑"/>
              </a:rPr>
              <a:t>► 支持配置项智能推荐和异常检测</a:t>
            </a:r>
            <a:endParaRPr sz="19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323232"/>
                </a:solidFill>
                <a:latin typeface="微软雅黑"/>
              </a:rPr>
              <a:t>► 增加配置变更影响分析功能</a:t>
            </a:r>
            <a:endParaRPr sz="1900" b="0">
              <a:solidFill>
                <a:srgbClr val="323232"/>
              </a:solidFill>
              <a:latin typeface="微软雅黑"/>
            </a:endParaRP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323232"/>
                </a:solidFill>
                <a:latin typeface="微软雅黑"/>
              </a:rPr>
              <a:t>► 扩展更多工业领域词典（PLC/机器人/传感器）</a:t>
            </a:r>
            <a:endParaRPr sz="1900" b="0">
              <a:solidFill>
                <a:srgbClr val="323232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微软雅黑"/>
              </a:rPr>
              <a:t>感谢聆听！</a:t>
            </a:r>
            <a:endParaRPr sz="4800" b="1">
              <a:solidFill>
                <a:srgbClr val="FFFFFF"/>
              </a:solidFill>
              <a:latin typeface="微软雅黑"/>
            </a:endParaRPr>
          </a:p>
          <a:p>
            <a:pPr algn="ctr"/>
            <a:r>
              <a:rPr sz="3600" b="0">
                <a:solidFill>
                  <a:srgbClr val="FFFFFF"/>
                </a:solidFill>
                <a:latin typeface="微软雅黑"/>
              </a:rPr>
              <a:t>Q &amp; A</a:t>
            </a:r>
            <a:endParaRPr sz="3600" b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1381</Words>
  <Application>WPS 演示</Application>
  <PresentationFormat>On-screen Show (4:3)</PresentationFormat>
  <Paragraphs>94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Arial</vt:lpstr>
      <vt:lpstr>DejaVu Sans</vt:lpstr>
      <vt:lpstr>微软雅黑</vt:lpstr>
      <vt:lpstr>文泉驿微米黑</vt:lpstr>
      <vt:lpstr>Calibri</vt:lpstr>
      <vt:lpstr>微软雅黑</vt:lpstr>
      <vt:lpstr>Arial Unicode MS</vt:lpstr>
      <vt:lpstr>Noto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JeniHi</cp:lastModifiedBy>
  <cp:revision>2</cp:revision>
  <dcterms:created xsi:type="dcterms:W3CDTF">2026-03-03T02:11:36Z</dcterms:created>
  <dcterms:modified xsi:type="dcterms:W3CDTF">2026-03-03T02:11:36Z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52039047F452BE8F5843A66939336468_42</vt:lpwstr>
  </property>
  <property fmtid="{D5CDD505-2E9C-101B-9397-08002B2CF9AE}" pid="3" name="KSOProductBuildVer">
    <vt:lpwstr>2052-12.1.2.23578</vt:lpwstr>
  </property>
</Properties>
</file>